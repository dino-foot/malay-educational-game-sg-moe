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0"/>
  </p:normalViewPr>
  <p:slideViewPr>
    <p:cSldViewPr snapToGrid="0">
      <p:cViewPr varScale="1">
        <p:scale>
          <a:sx n="107" d="100"/>
          <a:sy n="107" d="100"/>
        </p:scale>
        <p:origin x="6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D883-18B4-080F-3998-ADA64DFBF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6C917-5B26-37FC-F60B-C019A220F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84E69-71FA-383E-F252-274A43FB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B68C6-0770-4A92-B277-3B931C71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B625E-38D2-EEBF-8D93-1B087856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52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40D1-F472-415A-24FE-84A9E3BC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0048-C4D7-0A50-6C50-F40C9A31C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AC1C-6871-75DC-5218-1E3CA63F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A973-9636-426E-3A57-53EA678D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3E73A-2AC7-D249-5435-2EAF6D72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9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6E93-ED39-88B5-6C4D-1AB5C60C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B2F8F-7FE3-5C3E-4A18-366DE34F7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EB274-66D0-CF88-AA20-927F5714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87083-29A2-384C-97E1-D2BA0C97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720C9-9445-9D24-7222-BD147C47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6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84FB-C828-C827-EB5D-967273BF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6CB41-E058-8F10-94AE-A22D8CC7F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B6BF2-4C93-6271-05FE-7A1579A1C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C6D37-5661-DC40-41DF-532D9D4C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472B4-6390-6780-5C4B-57E8193E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A52E7-9515-1692-96C0-52763D91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3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C6E7-76E2-A34B-EBCF-21491B1E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290A-79AE-BB1B-B321-3A5C45C8A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CBDD4-E6D9-7CC6-E18B-FF23D3603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A61DF-A1EB-65C0-74C3-24DFD0B29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F302B-AE60-17D5-6D8A-D1DFA074B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13B9A-07F1-8EA7-78FE-094BCE8E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69936-8799-BA2E-117B-98ECA67E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6E721-EC88-764D-EB0A-86B42F30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7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6902-5DF8-C17D-15E7-BA4E66D0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8DD99-E474-17FC-0CE2-C9779859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3CCCA-02D1-5FFC-F83C-C12B2676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232F9-2EAA-467C-8327-2832291B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3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7C687-705D-A473-61B3-3D82934F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250D6-6DD9-820B-C027-CD83B1DF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430D2-D530-3E72-BC46-5DAE1F84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68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51A3-19EC-EA74-0277-56261B09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E060-87AC-C0DF-2997-5F9EF88A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6A551-FF78-F23E-61C2-76DFF10AF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1BBAA-8713-84A7-B7AA-9B87A370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751BC-B158-5AA3-5E0C-58E76795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EF9DC-6099-DB1A-3DAF-6155FE96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2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C33B-491E-29F1-6173-B57C4386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D9D16-5384-8BA8-70C7-BEA5918F8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498DA-9299-EA7A-6248-0C91DB18A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698C9-6529-C52A-CD52-0A7DBAAD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169E8-EC40-8F4A-CF97-91AC6E97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B2A9B-2BFF-FFF7-5323-E9276103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3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519C-0B50-21CB-FBF5-57111A76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F579B-203B-E86C-B79C-32D7D7019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8AC93-8ADF-1066-DAB0-8E4FD8DB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C8AB-ECBE-85B3-C563-24EF1A60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EA591-110C-8141-BD4F-5C54C284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2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BBA3E-07AD-E47C-7666-3C329DFC0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D1DD5-99DE-0DAD-FD8D-0F9AC504E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7A8E5-AFD7-1DC7-0932-5A8E8724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EC6FD-E4D6-1961-886C-04FFBF0D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A9B26-268A-34D2-83DF-624B0BE6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7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09A16-E75E-09DD-2ABF-C05AC20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B9AE1-73A1-9A96-1D5A-FC104C8AB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D0C4B-DB23-6BB1-D7F7-70D6C8B7E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E1533-8982-A04F-ABA8-738FDC6340D5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D7AA1-8EF7-B331-802D-3FA02001D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C4E0-5A1A-E6A1-DE0C-09BE965B4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74532-D59E-0449-83C9-D05513891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6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heet with images and text&#10;&#10;AI-generated content may be incorrect.">
            <a:extLst>
              <a:ext uri="{FF2B5EF4-FFF2-40B4-BE49-F238E27FC236}">
                <a16:creationId xmlns:a16="http://schemas.microsoft.com/office/drawing/2014/main" id="{8AE4A0DA-7C74-F6AE-CD99-22C10ECA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324"/>
          <a:stretch>
            <a:fillRect/>
          </a:stretch>
        </p:blipFill>
        <p:spPr>
          <a:xfrm>
            <a:off x="2994578" y="0"/>
            <a:ext cx="4570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2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images of children&#10;&#10;AI-generated content may be incorrect.">
            <a:extLst>
              <a:ext uri="{FF2B5EF4-FFF2-40B4-BE49-F238E27FC236}">
                <a16:creationId xmlns:a16="http://schemas.microsoft.com/office/drawing/2014/main" id="{BEBC1B76-88BA-B262-766C-F1F3CDFE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46" y="0"/>
            <a:ext cx="442790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C980D7-AD66-E43C-6294-5C893E88E46A}"/>
              </a:ext>
            </a:extLst>
          </p:cNvPr>
          <p:cNvSpPr txBox="1"/>
          <p:nvPr/>
        </p:nvSpPr>
        <p:spPr>
          <a:xfrm>
            <a:off x="8677894" y="456602"/>
            <a:ext cx="32568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>
                <a:effectLst/>
                <a:latin typeface="Helvetica" pitchFamily="2" charset="0"/>
              </a:rPr>
              <a:t>draw in a few dollar notes in the father’s hand (stack of notes)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63C8B1-FBDF-35ED-5952-520A4A591E0B}"/>
              </a:ext>
            </a:extLst>
          </p:cNvPr>
          <p:cNvCxnSpPr/>
          <p:nvPr/>
        </p:nvCxnSpPr>
        <p:spPr>
          <a:xfrm flipH="1" flipV="1">
            <a:off x="6578930" y="831273"/>
            <a:ext cx="2101932" cy="237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9790B6-1F81-C93F-32AC-636EFE243BEE}"/>
              </a:ext>
            </a:extLst>
          </p:cNvPr>
          <p:cNvSpPr txBox="1"/>
          <p:nvPr/>
        </p:nvSpPr>
        <p:spPr>
          <a:xfrm>
            <a:off x="8951026" y="1893516"/>
            <a:ext cx="22711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>
                <a:effectLst/>
                <a:latin typeface="Helvetica" pitchFamily="2" charset="0"/>
              </a:rPr>
              <a:t>write the word </a:t>
            </a:r>
            <a:r>
              <a:rPr lang="en-SG" dirty="0">
                <a:effectLst/>
                <a:highlight>
                  <a:srgbClr val="FFFF00"/>
                </a:highlight>
                <a:latin typeface="Helvetica" pitchFamily="2" charset="0"/>
              </a:rPr>
              <a:t>Panduan</a:t>
            </a:r>
            <a:r>
              <a:rPr lang="en-SG" dirty="0">
                <a:effectLst/>
                <a:latin typeface="Helvetica" pitchFamily="2" charset="0"/>
              </a:rPr>
              <a:t> on the book cover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F26E0E-572C-BE49-9ACA-19F2E5F4FF43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6745184" y="2006930"/>
            <a:ext cx="2205842" cy="348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6C8A78-D672-A1F9-2864-419300FEE8D1}"/>
              </a:ext>
            </a:extLst>
          </p:cNvPr>
          <p:cNvSpPr txBox="1"/>
          <p:nvPr/>
        </p:nvSpPr>
        <p:spPr>
          <a:xfrm>
            <a:off x="9497291" y="4161703"/>
            <a:ext cx="2211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>
                <a:effectLst/>
                <a:latin typeface="Helvetica" pitchFamily="2" charset="0"/>
              </a:rPr>
              <a:t>To include a question mark above the boy’s head.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8099B1-210D-D6D5-07D8-02D0C720B6FE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887688" y="4453247"/>
            <a:ext cx="2609603" cy="308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00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MAY LENG</dc:creator>
  <cp:lastModifiedBy>HO MAY LENG</cp:lastModifiedBy>
  <cp:revision>1</cp:revision>
  <dcterms:created xsi:type="dcterms:W3CDTF">2025-12-18T01:43:59Z</dcterms:created>
  <dcterms:modified xsi:type="dcterms:W3CDTF">2025-12-18T01:51:13Z</dcterms:modified>
</cp:coreProperties>
</file>